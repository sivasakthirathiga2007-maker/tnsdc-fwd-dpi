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2" r:id="rId9"/>
    <p:sldId id="264" r:id="rId10"/>
    <p:sldId id="269" r:id="rId11"/>
    <p:sldId id="270" r:id="rId12"/>
    <p:sldId id="272" r:id="rId13"/>
    <p:sldId id="273" r:id="rId14"/>
    <p:sldId id="274" r:id="rId15"/>
    <p:sldId id="275" r:id="rId16"/>
    <p:sldId id="276" r:id="rId17"/>
    <p:sldId id="277" r:id="rId18"/>
    <p:sldId id="263" r:id="rId19"/>
    <p:sldId id="265" r:id="rId20"/>
    <p:sldId id="278" r:id="rId2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830CC7-8040-4162-8342-BB180D82127D}" v="17" dt="2024-08-20T06:41:39.57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26" y="-4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pPr/>
              <a:t>26-08-2025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91855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04353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518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gdLst/>
            <a:ahLst/>
            <a:cxn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gdLst/>
            <a:ahLst/>
            <a:cxn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gdLst/>
            <a:ahLst/>
            <a:cxn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gdLst/>
            <a:ahLst/>
            <a:cxn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gdLst/>
            <a:ahLst/>
            <a:cxn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gdLst/>
            <a:ahLst/>
            <a:cxn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spc="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3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gdLst/>
              <a:ahLst/>
              <a:cxn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4267200" y="1447800"/>
            <a:ext cx="1666875" cy="1438275"/>
          </a:xfrm>
          <a:custGeom>
            <a:avLst/>
            <a:gdLst/>
            <a:ahLst/>
            <a:cxn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xfrm>
            <a:off x="0" y="381000"/>
            <a:ext cx="7629525" cy="10015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marL="3213735">
              <a:spcBef>
                <a:spcPts val="130"/>
              </a:spcBef>
            </a:pPr>
            <a:r>
              <a:rPr lang="en-US" b="1" i="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reflection blurRad="12700" stA="28000" endPos="45000" dist="10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Digital Portfolio </a:t>
            </a:r>
            <a:r>
              <a:rPr lang="en-US" b="1" i="0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Roboto" panose="020F0502020204030204" pitchFamily="2" charset="0"/>
              </a:rPr>
              <a:t/>
            </a:r>
            <a:br>
              <a:rPr lang="en-US" b="1" i="0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Roboto" panose="020F0502020204030204" pitchFamily="2" charset="0"/>
              </a:rPr>
            </a:br>
            <a:endParaRPr b="1" cap="all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1</a:t>
            </a:fld>
            <a:endParaRPr spc="10" dirty="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55ADE35-C35B-07C1-F5AA-C33B3DDB802E}"/>
              </a:ext>
            </a:extLst>
          </p:cNvPr>
          <p:cNvSpPr txBox="1"/>
          <p:nvPr/>
        </p:nvSpPr>
        <p:spPr>
          <a:xfrm>
            <a:off x="1066800" y="3048000"/>
            <a:ext cx="8610600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STUDENT </a:t>
            </a:r>
            <a:r>
              <a:rPr lang="en-US" sz="2400" b="1" dirty="0" smtClean="0"/>
              <a:t>NAME                    </a:t>
            </a:r>
            <a:r>
              <a:rPr lang="en-US" sz="2400" dirty="0" smtClean="0"/>
              <a:t>:    </a:t>
            </a:r>
            <a:r>
              <a:rPr lang="en-US" sz="2400" dirty="0" smtClean="0"/>
              <a:t>SIVA SAKTHI.M</a:t>
            </a:r>
            <a:endParaRPr lang="en-US" sz="2400" dirty="0"/>
          </a:p>
          <a:p>
            <a:r>
              <a:rPr lang="en-US" sz="2400" b="1" dirty="0"/>
              <a:t>REGISTER NO </a:t>
            </a:r>
            <a:r>
              <a:rPr lang="en-US" sz="2400" b="1" dirty="0" smtClean="0"/>
              <a:t>AND NMID    :</a:t>
            </a:r>
            <a:r>
              <a:rPr lang="en-US" sz="2400" dirty="0" smtClean="0"/>
              <a:t>   </a:t>
            </a:r>
            <a:r>
              <a:rPr lang="en-US" sz="2400" dirty="0" smtClean="0"/>
              <a:t>20624u18093 and</a:t>
            </a:r>
          </a:p>
          <a:p>
            <a:r>
              <a:rPr lang="en-US" sz="2000" smtClean="0"/>
              <a:t>                                                                </a:t>
            </a:r>
            <a:r>
              <a:rPr lang="en-US" sz="2000" dirty="0" smtClean="0"/>
              <a:t>D437297B8E9C399BD4D4CCF91AA1E382 </a:t>
            </a:r>
            <a:endParaRPr lang="en-US" sz="2000" dirty="0" smtClean="0"/>
          </a:p>
          <a:p>
            <a:r>
              <a:rPr lang="en-US" sz="2400" b="1" dirty="0" smtClean="0"/>
              <a:t>DEPARTMENT                        </a:t>
            </a:r>
            <a:r>
              <a:rPr lang="en-US" sz="2400" b="1" dirty="0" smtClean="0"/>
              <a:t>:  </a:t>
            </a:r>
            <a:r>
              <a:rPr lang="en-US" sz="2400" dirty="0" smtClean="0"/>
              <a:t> BSC.COMPUTER SCIENCE</a:t>
            </a:r>
            <a:endParaRPr lang="en-US" sz="2400" dirty="0"/>
          </a:p>
          <a:p>
            <a:r>
              <a:rPr lang="en-US" sz="2400" b="1" dirty="0" smtClean="0"/>
              <a:t>COLLEGE                                 :</a:t>
            </a:r>
            <a:r>
              <a:rPr lang="en-US" sz="2400" dirty="0" smtClean="0"/>
              <a:t>    KAMBAN COLLEGE OF ARTS AND  </a:t>
            </a:r>
          </a:p>
          <a:p>
            <a:r>
              <a:rPr lang="en-US" sz="2400" dirty="0" smtClean="0"/>
              <a:t>                                                       SCIENCE FOR WOMEN / </a:t>
            </a:r>
          </a:p>
          <a:p>
            <a:r>
              <a:rPr lang="en-US" sz="2400" dirty="0" smtClean="0"/>
              <a:t>                                                        THIRUVALLUVAR UNIVERSITY</a:t>
            </a:r>
            <a:endParaRPr lang="en-US" sz="2400" dirty="0"/>
          </a:p>
          <a:p>
            <a:r>
              <a:rPr lang="en-US" sz="2400" dirty="0"/>
              <a:t>           </a:t>
            </a:r>
            <a:endParaRPr lang="en-I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390969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spc="5" dirty="0"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PROJECT</a:t>
            </a:r>
            <a:r>
              <a:rPr sz="4250" spc="-85" dirty="0"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sz="4250" spc="25" dirty="0"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TITLE</a:t>
            </a:r>
            <a:endParaRPr sz="4250" dirty="0">
              <a:effectLst>
                <a:glow rad="1016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2</a:t>
            </a:fld>
            <a:endParaRPr spc="10" dirty="0"/>
          </a:p>
        </p:txBody>
      </p:sp>
      <p:grpSp>
        <p:nvGrpSpPr>
          <p:cNvPr id="18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</p:grpSp>
      <p:sp>
        <p:nvSpPr>
          <p:cNvPr id="23" name="Rectangle 22"/>
          <p:cNvSpPr/>
          <p:nvPr/>
        </p:nvSpPr>
        <p:spPr>
          <a:xfrm>
            <a:off x="856493" y="1676400"/>
            <a:ext cx="9278107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reflection blurRad="12700" stA="28000" endPos="45000" dist="1000" dir="5400000" sy="-100000" algn="bl" rotWithShape="0"/>
                </a:effectLst>
              </a:rPr>
              <a:t>INTERACTIVE Digital portfolio USING FRENT END </a:t>
            </a:r>
          </a:p>
          <a:p>
            <a:pPr algn="ctr"/>
            <a:r>
              <a:rPr lang="en-US" sz="3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reflection blurRad="12700" stA="28000" endPos="45000" dist="1000" dir="5400000" sy="-100000" algn="bl" rotWithShape="0"/>
                </a:effectLst>
              </a:rPr>
              <a:t>DEVELOPMENT</a:t>
            </a:r>
            <a:endParaRPr lang="en-US" sz="32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24" name="Picture 23" descr="Brown Beige Vintage Scrapbook Portfolio Cover A4 Document.jf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362200" y="2895600"/>
            <a:ext cx="6629400" cy="36576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28579"/>
            <a:ext cx="12481713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010900" y="5610225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47625" y="3819523"/>
            <a:ext cx="4124325" cy="3009900"/>
            <a:chOff x="47625" y="3819523"/>
            <a:chExt cx="4124325" cy="300990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739775" y="445388"/>
            <a:ext cx="235712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5" dirty="0"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A</a:t>
            </a:r>
            <a:r>
              <a:rPr spc="-5" dirty="0"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G</a:t>
            </a:r>
            <a:r>
              <a:rPr spc="-35" dirty="0"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E</a:t>
            </a:r>
            <a:r>
              <a:rPr spc="15" dirty="0"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N</a:t>
            </a:r>
            <a:r>
              <a:rPr dirty="0"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DA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3</a:t>
            </a:fld>
            <a:endParaRPr spc="10" dirty="0"/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D0827FA3-A9D4-0FE5-45BE-664C8C920E82}"/>
              </a:ext>
            </a:extLst>
          </p:cNvPr>
          <p:cNvSpPr txBox="1"/>
          <p:nvPr/>
        </p:nvSpPr>
        <p:spPr>
          <a:xfrm>
            <a:off x="2509807" y="1041533"/>
            <a:ext cx="50292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US" sz="2800" b="0" i="0" dirty="0">
              <a:solidFill>
                <a:schemeClr val="tx2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  <a:endParaRPr lang="en-US" sz="2800" b="0" i="0" dirty="0">
              <a:solidFill>
                <a:schemeClr val="tx2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US" sz="2800" b="0" i="0" dirty="0">
              <a:solidFill>
                <a:schemeClr val="tx2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+mj-lt"/>
              <a:buAutoNum type="arabicPeriod"/>
            </a:pPr>
            <a:r>
              <a:rPr lang="en-US" sz="2800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sz="2800" b="0" i="0" dirty="0">
              <a:solidFill>
                <a:schemeClr val="tx2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reflection blurRad="12700" stA="28000" endPos="45000" dist="1000" dir="5400000" sy="-100000" algn="bl" rotWithShape="0"/>
                </a:effectLst>
              </a:rPr>
              <a:t>Digital Portfolio</a:t>
            </a:r>
            <a:endParaRPr lang="en-US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905000" y="1447800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 smtClean="0"/>
              <a:t>A </a:t>
            </a:r>
            <a:r>
              <a:rPr lang="en-US" sz="2800" b="1" dirty="0" smtClean="0"/>
              <a:t>digital portfolio</a:t>
            </a:r>
            <a:r>
              <a:rPr lang="en-US" sz="2800" dirty="0" smtClean="0"/>
              <a:t> is an online collection of a person’s work, skills, achievements, and projects.</a:t>
            </a:r>
          </a:p>
          <a:p>
            <a:pPr>
              <a:buFont typeface="Arial" pitchFamily="34" charset="0"/>
              <a:buChar char="•"/>
            </a:pPr>
            <a:endParaRPr lang="en-US" sz="2800" dirty="0" smtClean="0"/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It serves as a </a:t>
            </a:r>
            <a:r>
              <a:rPr lang="en-US" sz="2800" b="1" dirty="0" smtClean="0"/>
              <a:t>dynamic resume</a:t>
            </a:r>
            <a:r>
              <a:rPr lang="en-US" sz="2800" dirty="0" smtClean="0"/>
              <a:t> that allows students, job seekers, and professionals to </a:t>
            </a:r>
            <a:r>
              <a:rPr lang="en-US" sz="2800" b="1" dirty="0" smtClean="0"/>
              <a:t>showcase their talents interactively</a:t>
            </a:r>
            <a:r>
              <a:rPr lang="en-US" sz="2800" dirty="0" smtClean="0"/>
              <a:t> through websites, images, documents, videos, and links.</a:t>
            </a:r>
            <a:endParaRPr lang="en-US" sz="2800" dirty="0"/>
          </a:p>
        </p:txBody>
      </p:sp>
      <p:pic>
        <p:nvPicPr>
          <p:cNvPr id="4" name="Picture 3" descr="images ppt.jf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77200" y="2438400"/>
            <a:ext cx="3901440" cy="20574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glow rad="228600">
              <a:schemeClr val="accent5">
                <a:satMod val="175000"/>
                <a:alpha val="40000"/>
              </a:schemeClr>
            </a:glow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001000" y="3048000"/>
            <a:ext cx="2762250" cy="3257550"/>
            <a:chOff x="7991475" y="2933700"/>
            <a:chExt cx="2762250" cy="3257550"/>
          </a:xfrm>
          <a:effectLst>
            <a:glow rad="228600">
              <a:schemeClr val="accent5">
                <a:satMod val="175000"/>
                <a:alpha val="40000"/>
              </a:schemeClr>
            </a:glow>
          </a:effectLst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34072" y="575054"/>
            <a:ext cx="5636895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27960" algn="l"/>
              </a:tabLst>
            </a:pPr>
            <a:r>
              <a:rPr lang="en-US" sz="4250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reflection blurRad="12700" stA="28000" endPos="45000" dist="1000" dir="5400000" sy="-100000" algn="bl" rotWithShape="0"/>
                </a:effectLst>
              </a:rPr>
              <a:t>PROBLEM STATEMENT</a:t>
            </a:r>
            <a:endParaRPr sz="4250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5</a:t>
            </a:fld>
            <a:endParaRPr spc="10" dirty="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447800" y="1524001"/>
            <a:ext cx="6134053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buFont typeface="Arial" pitchFamily="34" charset="0"/>
              <a:buChar char="•"/>
            </a:pPr>
            <a:r>
              <a:rPr lang="en-US" sz="3200" dirty="0" smtClean="0"/>
              <a:t>Traditional resumes are static and cannot fully showcase skills or projects.</a:t>
            </a:r>
          </a:p>
          <a:p>
            <a:pPr algn="ctr">
              <a:buFont typeface="Arial" pitchFamily="34" charset="0"/>
              <a:buChar char="•"/>
            </a:pPr>
            <a:r>
              <a:rPr lang="en-US" sz="3200" dirty="0" smtClean="0"/>
              <a:t>Students and professionals need a </a:t>
            </a:r>
            <a:r>
              <a:rPr lang="en-US" sz="3200" b="1" dirty="0" smtClean="0"/>
              <a:t>digital portfolio</a:t>
            </a:r>
            <a:r>
              <a:rPr lang="en-US" sz="3200" dirty="0" smtClean="0"/>
              <a:t> to present their work in a </a:t>
            </a:r>
            <a:r>
              <a:rPr lang="en-US" sz="3200" b="1" dirty="0" smtClean="0"/>
              <a:t>dynamic, interactive, and accessible way</a:t>
            </a:r>
            <a:r>
              <a:rPr lang="en-US" sz="3200" dirty="0" smtClean="0"/>
              <a:t> for employers and recruiters.</a:t>
            </a:r>
          </a:p>
          <a:p>
            <a:pPr algn="ctr"/>
            <a:endParaRPr lang="en-US" sz="3200" b="1" cap="none" spc="0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526351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42870" algn="l"/>
              </a:tabLst>
            </a:pPr>
            <a:r>
              <a:rPr sz="4250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PROJECT	OVERVIEW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6</a:t>
            </a:fld>
            <a:endParaRPr spc="10" dirty="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752600" y="2209800"/>
            <a:ext cx="67818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200" dirty="0" smtClean="0"/>
              <a:t>This project is a </a:t>
            </a:r>
            <a:r>
              <a:rPr lang="en-US" sz="3200" b="1" dirty="0" smtClean="0"/>
              <a:t>digital portfolio website</a:t>
            </a:r>
            <a:r>
              <a:rPr lang="en-US" sz="3200" dirty="0" smtClean="0"/>
              <a:t> built using </a:t>
            </a:r>
            <a:r>
              <a:rPr lang="en-US" sz="3200" b="1" dirty="0" smtClean="0"/>
              <a:t>HTML, CSS, and JavaScript</a:t>
            </a:r>
            <a:r>
              <a:rPr lang="en-US" sz="3200" dirty="0" smtClean="0"/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 smtClean="0"/>
              <a:t>It includes sections like </a:t>
            </a:r>
            <a:r>
              <a:rPr lang="en-US" sz="3200" b="1" dirty="0" smtClean="0"/>
              <a:t>Home, About, Projects, and Contact</a:t>
            </a:r>
            <a:r>
              <a:rPr lang="en-US" sz="3200" dirty="0" smtClean="0"/>
              <a:t>, allowing users to easily explore skills, achievements, and project work.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99452" y="891793"/>
            <a:ext cx="5014595" cy="10015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WHO ARE THE END USERS?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7</a:t>
            </a:fld>
            <a:endParaRPr spc="1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71600" y="2057400"/>
            <a:ext cx="6400800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200" b="1" dirty="0" smtClean="0"/>
              <a:t>Students</a:t>
            </a:r>
            <a:r>
              <a:rPr lang="en-US" sz="3200" dirty="0" smtClean="0"/>
              <a:t> – to showcase academic and project work</a:t>
            </a:r>
          </a:p>
          <a:p>
            <a:pPr>
              <a:buFont typeface="Arial" pitchFamily="34" charset="0"/>
              <a:buChar char="•"/>
            </a:pPr>
            <a:r>
              <a:rPr lang="en-US" sz="3200" b="1" dirty="0" smtClean="0"/>
              <a:t>Job Seekers</a:t>
            </a:r>
            <a:r>
              <a:rPr lang="en-US" sz="3200" dirty="0" smtClean="0"/>
              <a:t> – to highlight skills for recruiters</a:t>
            </a:r>
          </a:p>
          <a:p>
            <a:pPr>
              <a:buFont typeface="Arial" pitchFamily="34" charset="0"/>
              <a:buChar char="•"/>
            </a:pPr>
            <a:r>
              <a:rPr lang="en-US" sz="3200" b="1" dirty="0" smtClean="0"/>
              <a:t>Employers/Recruiters</a:t>
            </a:r>
            <a:r>
              <a:rPr lang="en-US" sz="3200" dirty="0" smtClean="0"/>
              <a:t> – to evaluate candidates easily</a:t>
            </a:r>
          </a:p>
          <a:p>
            <a:pPr>
              <a:buFont typeface="Arial" pitchFamily="34" charset="0"/>
              <a:buChar char="•"/>
            </a:pPr>
            <a:r>
              <a:rPr lang="en-US" sz="3200" b="1" dirty="0" smtClean="0"/>
              <a:t>Freelancers</a:t>
            </a:r>
            <a:r>
              <a:rPr lang="en-US" sz="3200" dirty="0" smtClean="0"/>
              <a:t> – to present their work to clients</a:t>
            </a:r>
          </a:p>
          <a:p>
            <a:pPr algn="ctr"/>
            <a:endParaRPr lang="en-US" sz="32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9" name="Picture 8" descr="Searching for jobs, recruitment or opportunity for candidate to finding right work and employer_.jf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02880" y="1219200"/>
            <a:ext cx="4389120" cy="438912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76375"/>
            <a:ext cx="2695574" cy="32480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58165" y="857885"/>
            <a:ext cx="976312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600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TOOLS AND TECHNIQUES</a:t>
            </a:r>
            <a:endParaRPr sz="3600" cap="all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8</a:t>
            </a:fld>
            <a:endParaRPr spc="10" dirty="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76600" y="2057400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b="1" dirty="0" smtClean="0"/>
              <a:t>Languages:</a:t>
            </a:r>
            <a:r>
              <a:rPr lang="en-US" sz="2800" dirty="0" smtClean="0"/>
              <a:t> HTML, CSS, JavaScript</a:t>
            </a:r>
          </a:p>
          <a:p>
            <a:pPr>
              <a:buFont typeface="Arial" pitchFamily="34" charset="0"/>
              <a:buChar char="•"/>
            </a:pPr>
            <a:r>
              <a:rPr lang="en-US" sz="2800" b="1" dirty="0" smtClean="0"/>
              <a:t>Editor:</a:t>
            </a:r>
            <a:r>
              <a:rPr lang="en-US" sz="2800" dirty="0" smtClean="0"/>
              <a:t> VS Code / </a:t>
            </a:r>
            <a:r>
              <a:rPr lang="en-US" sz="2800" dirty="0" err="1" smtClean="0"/>
              <a:t>CodePen</a:t>
            </a:r>
            <a:endParaRPr lang="en-US" sz="2800" dirty="0" smtClean="0"/>
          </a:p>
          <a:p>
            <a:pPr>
              <a:buFont typeface="Arial" pitchFamily="34" charset="0"/>
              <a:buChar char="•"/>
            </a:pPr>
            <a:r>
              <a:rPr lang="en-US" sz="2800" b="1" dirty="0" smtClean="0"/>
              <a:t>Version Control:</a:t>
            </a:r>
            <a:r>
              <a:rPr lang="en-US" sz="2800" dirty="0" smtClean="0"/>
              <a:t> </a:t>
            </a:r>
            <a:r>
              <a:rPr lang="en-US" sz="2800" dirty="0" err="1" smtClean="0"/>
              <a:t>Git</a:t>
            </a:r>
            <a:r>
              <a:rPr lang="en-US" sz="2800" dirty="0" smtClean="0"/>
              <a:t> &amp; </a:t>
            </a:r>
            <a:r>
              <a:rPr lang="en-US" sz="2800" dirty="0" err="1" smtClean="0"/>
              <a:t>GitHub</a:t>
            </a:r>
            <a:endParaRPr lang="en-US" sz="2800" dirty="0" smtClean="0"/>
          </a:p>
          <a:p>
            <a:pPr>
              <a:buFont typeface="Arial" pitchFamily="34" charset="0"/>
              <a:buChar char="•"/>
            </a:pPr>
            <a:r>
              <a:rPr lang="en-US" sz="2800" b="1" dirty="0" smtClean="0"/>
              <a:t>Design Concepts:</a:t>
            </a:r>
            <a:r>
              <a:rPr lang="en-US" sz="2800" dirty="0" smtClean="0"/>
              <a:t> Responsive Design, </a:t>
            </a:r>
            <a:r>
              <a:rPr lang="en-US" sz="2800" dirty="0" err="1" smtClean="0"/>
              <a:t>Flexbox</a:t>
            </a:r>
            <a:r>
              <a:rPr lang="en-US" sz="2800" dirty="0" smtClean="0"/>
              <a:t>, Grid Layout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pPr marL="38100">
                <a:lnSpc>
                  <a:spcPct val="100000"/>
                </a:lnSpc>
                <a:spcBef>
                  <a:spcPts val="55"/>
                </a:spcBef>
              </a:pPr>
              <a:t>9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9775" y="291147"/>
            <a:ext cx="879475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40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Trebuchet MS"/>
                <a:cs typeface="Trebuchet MS"/>
              </a:rPr>
              <a:t>POTFOLIO DESIGN AND LAYOUT</a:t>
            </a:r>
            <a:endParaRPr sz="4000" b="1" cap="all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latin typeface="Trebuchet MS"/>
              <a:cs typeface="Trebuchet MS"/>
            </a:endParaRPr>
          </a:p>
        </p:txBody>
      </p:sp>
      <p:sp>
        <p:nvSpPr>
          <p:cNvPr id="14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685800" y="1905000"/>
            <a:ext cx="11155618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About Section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– Profile photo, bio, and career goals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Projects Section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– Cards or gallery with project details, live demo, and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GitHub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links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Contact Section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– Simple contact form with validation, plus social links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Footer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– Copyright and credits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Layout Style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– Clean, modern UI with responsive design (works on mobile, tablet, and desktop)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Header / Home Section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– Attractive title, tagline, and sticky navigation bar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Color Theme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– Blue gradient with professional fonts for readability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06195E-16D6-79D8-7A9F-F8EB1FE9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r>
              <a:rPr lang="en-IN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FEATURES AND FUNCTIONALITY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143000"/>
            <a:ext cx="6096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/>
              <a:t>Sticky navigation bar for easy browsing</a:t>
            </a:r>
          </a:p>
          <a:p>
            <a:pPr>
              <a:buFont typeface="Arial" pitchFamily="34" charset="0"/>
              <a:buChar char="•"/>
            </a:pPr>
            <a:endParaRPr lang="en-US" sz="2400" dirty="0" smtClean="0"/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Responsive design (mobile, tablet, desktop)</a:t>
            </a:r>
          </a:p>
          <a:p>
            <a:pPr>
              <a:buFont typeface="Arial" pitchFamily="34" charset="0"/>
              <a:buChar char="•"/>
            </a:pPr>
            <a:endParaRPr lang="en-US" sz="2400" dirty="0" smtClean="0"/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Interactive </a:t>
            </a:r>
            <a:r>
              <a:rPr lang="en-US" sz="2400" b="1" dirty="0" smtClean="0"/>
              <a:t>About</a:t>
            </a:r>
            <a:r>
              <a:rPr lang="en-US" sz="2400" dirty="0" smtClean="0"/>
              <a:t> section with profile info</a:t>
            </a:r>
          </a:p>
          <a:p>
            <a:pPr>
              <a:buFont typeface="Arial" pitchFamily="34" charset="0"/>
              <a:buChar char="•"/>
            </a:pPr>
            <a:endParaRPr lang="en-US" sz="2400" dirty="0" smtClean="0"/>
          </a:p>
          <a:p>
            <a:pPr>
              <a:buFont typeface="Arial" pitchFamily="34" charset="0"/>
              <a:buChar char="•"/>
            </a:pPr>
            <a:r>
              <a:rPr lang="en-US" sz="2400" b="1" dirty="0" smtClean="0"/>
              <a:t>Projects showcase</a:t>
            </a:r>
            <a:r>
              <a:rPr lang="en-US" sz="2400" dirty="0" smtClean="0"/>
              <a:t> with Demo &amp; </a:t>
            </a:r>
            <a:r>
              <a:rPr lang="en-US" sz="2400" dirty="0" err="1" smtClean="0"/>
              <a:t>GitHub</a:t>
            </a:r>
            <a:r>
              <a:rPr lang="en-US" sz="2400" dirty="0" smtClean="0"/>
              <a:t> links</a:t>
            </a:r>
          </a:p>
          <a:p>
            <a:endParaRPr lang="en-US" sz="2400" dirty="0" smtClean="0"/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Contact form with validation</a:t>
            </a:r>
          </a:p>
          <a:p>
            <a:pPr>
              <a:buFont typeface="Arial" pitchFamily="34" charset="0"/>
              <a:buChar char="•"/>
            </a:pPr>
            <a:endParaRPr lang="en-US" sz="2400" dirty="0" smtClean="0"/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Footer with copyright details</a:t>
            </a:r>
            <a:endParaRPr lang="en-US" sz="2400" dirty="0"/>
          </a:p>
        </p:txBody>
      </p:sp>
      <p:pic>
        <p:nvPicPr>
          <p:cNvPr id="4" name="Picture 3" descr="We Are Timeless_ A Woman's Voice Carries on After….jf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01000" y="1219200"/>
            <a:ext cx="3200400" cy="47984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glow rad="228600">
              <a:schemeClr val="accent5">
                <a:satMod val="175000"/>
                <a:alpha val="40000"/>
              </a:schemeClr>
            </a:glow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="" xmlns:p14="http://schemas.microsoft.com/office/powerpoint/2010/main" val="2720660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1477328"/>
          </a:xfrm>
        </p:spPr>
        <p:txBody>
          <a:bodyPr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r>
              <a:rPr lang="en-US" cap="all" dirty="0" smtClean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Objectives of the Project</a:t>
            </a:r>
            <a:br>
              <a:rPr lang="en-US" cap="all" dirty="0" smtClean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</a:br>
            <a:endParaRPr lang="en-US" cap="all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  <p:sp>
        <p:nvSpPr>
          <p:cNvPr id="34817" name="Rectangle 1"/>
          <p:cNvSpPr>
            <a:spLocks noChangeArrowheads="1"/>
          </p:cNvSpPr>
          <p:nvPr/>
        </p:nvSpPr>
        <p:spPr bwMode="auto">
          <a:xfrm>
            <a:off x="1219200" y="1981200"/>
            <a:ext cx="7399783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Showcase academic and personal projects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Improve visibility for job opportunities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Build confidence in front-end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Create a professional and interactive online portfolio</a:t>
            </a:r>
          </a:p>
        </p:txBody>
      </p:sp>
      <p:pic>
        <p:nvPicPr>
          <p:cNvPr id="4" name="Picture 3" descr="4 Steps for Good Enterprise Gamification Design_Marketing.jf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77200" y="1219200"/>
            <a:ext cx="3931920" cy="29489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1477328"/>
          </a:xfrm>
        </p:spPr>
        <p:txBody>
          <a:bodyPr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r>
              <a:rPr lang="en-US" cap="all" dirty="0" smtClean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Career Impact</a:t>
            </a:r>
            <a:br>
              <a:rPr lang="en-US" cap="all" dirty="0" smtClean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</a:br>
            <a:endParaRPr lang="en-US" cap="all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  <p:sp>
        <p:nvSpPr>
          <p:cNvPr id="41985" name="Rectangle 1"/>
          <p:cNvSpPr>
            <a:spLocks noChangeArrowheads="1"/>
          </p:cNvSpPr>
          <p:nvPr/>
        </p:nvSpPr>
        <p:spPr bwMode="auto">
          <a:xfrm>
            <a:off x="1219200" y="1752600"/>
            <a:ext cx="80010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Increases chances of getting internships and jobs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Acts as a 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living resume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Helps in freelancing and client projects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Builds a 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professional digital identity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4" name="Picture 3" descr="باصرار توصل لهدفك.jf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72400" y="2362200"/>
            <a:ext cx="4023360" cy="402336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r>
              <a:rPr lang="en-US" cap="all" dirty="0" smtClean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Development Methodology</a:t>
            </a:r>
            <a:endParaRPr lang="en-US" cap="all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  <p:sp>
        <p:nvSpPr>
          <p:cNvPr id="40961" name="Rectangle 1"/>
          <p:cNvSpPr>
            <a:spLocks noChangeArrowheads="1"/>
          </p:cNvSpPr>
          <p:nvPr/>
        </p:nvSpPr>
        <p:spPr bwMode="auto">
          <a:xfrm>
            <a:off x="1676400" y="1371600"/>
            <a:ext cx="5573962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Designing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– Create UI/UX structure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Coding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– Develop using HTML, CSS, JavaScript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Planning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– Decide sections and layout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Testing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– Check responsiveness and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Deployment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– Publish on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CodePen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/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GitHub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Pages</a:t>
            </a:r>
          </a:p>
        </p:txBody>
      </p:sp>
      <p:pic>
        <p:nvPicPr>
          <p:cNvPr id="4" name="Picture 3" descr="e87359a3-def2-401e-b275-0b20a74f1be0.jf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62800" y="3657600"/>
            <a:ext cx="4846320" cy="301927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r>
              <a:rPr lang="en-US" cap="all" dirty="0" smtClean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Scope of the Project</a:t>
            </a:r>
            <a:endParaRPr lang="en-US" cap="all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09800" y="1905000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200" b="1" dirty="0" smtClean="0"/>
              <a:t>In Scope:</a:t>
            </a:r>
            <a:r>
              <a:rPr lang="en-US" sz="3200" dirty="0" smtClean="0"/>
              <a:t> Website design, responsiveness, project showcase, contact form</a:t>
            </a:r>
          </a:p>
          <a:p>
            <a:pPr>
              <a:buFont typeface="Arial" pitchFamily="34" charset="0"/>
              <a:buChar char="•"/>
            </a:pPr>
            <a:endParaRPr lang="en-US" sz="3200" dirty="0" smtClean="0"/>
          </a:p>
          <a:p>
            <a:pPr>
              <a:buFont typeface="Arial" pitchFamily="34" charset="0"/>
              <a:buChar char="•"/>
            </a:pPr>
            <a:r>
              <a:rPr lang="en-US" sz="3200" b="1" dirty="0" smtClean="0"/>
              <a:t>Out of Scope:</a:t>
            </a:r>
            <a:r>
              <a:rPr lang="en-US" sz="3200" dirty="0" smtClean="0"/>
              <a:t> Backend integration, advanced database storage</a:t>
            </a:r>
            <a:endParaRPr lang="en-US" sz="3200" dirty="0"/>
          </a:p>
        </p:txBody>
      </p:sp>
      <p:pic>
        <p:nvPicPr>
          <p:cNvPr id="4" name="Picture 3" descr="Create Scope Documents in 5 Easy Steps.jf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01000" y="1371600"/>
            <a:ext cx="3840480" cy="254988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r>
              <a:rPr lang="en-US" cap="all" dirty="0" smtClean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Innovative Features</a:t>
            </a:r>
            <a:endParaRPr lang="en-US" cap="all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  <p:sp>
        <p:nvSpPr>
          <p:cNvPr id="38913" name="Rectangle 1"/>
          <p:cNvSpPr>
            <a:spLocks noChangeArrowheads="1"/>
          </p:cNvSpPr>
          <p:nvPr/>
        </p:nvSpPr>
        <p:spPr bwMode="auto">
          <a:xfrm>
            <a:off x="1752600" y="1600200"/>
            <a:ext cx="7162538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Interactive contact form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Responsive layout for all devices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Project cards with live demo &amp;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GitHub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links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Sticky navigation bar for smooth browsing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r>
              <a:rPr lang="en-US" cap="all" dirty="0" smtClean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Software Architecture</a:t>
            </a:r>
            <a:endParaRPr lang="en-US" cap="all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438400" y="1676400"/>
            <a:ext cx="6096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 smtClean="0"/>
              <a:t>Frontend-based portfolio hosted on </a:t>
            </a:r>
            <a:r>
              <a:rPr lang="en-US" sz="2800" dirty="0" err="1" smtClean="0"/>
              <a:t>CodePen</a:t>
            </a:r>
            <a:r>
              <a:rPr lang="en-US" sz="2800" dirty="0" smtClean="0"/>
              <a:t>/</a:t>
            </a:r>
            <a:r>
              <a:rPr lang="en-US" sz="2800" dirty="0" err="1" smtClean="0"/>
              <a:t>GitHub</a:t>
            </a:r>
            <a:r>
              <a:rPr lang="en-US" sz="2800" dirty="0" smtClean="0"/>
              <a:t> Pages.</a:t>
            </a:r>
          </a:p>
          <a:p>
            <a:pPr>
              <a:buFont typeface="Arial" pitchFamily="34" charset="0"/>
              <a:buChar char="•"/>
            </a:pPr>
            <a:endParaRPr lang="en-US" sz="2800" dirty="0" smtClean="0"/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Interactive UI with JavaScript </a:t>
            </a:r>
            <a:r>
              <a:rPr lang="en-US" sz="2800" dirty="0" err="1" smtClean="0"/>
              <a:t>funct</a:t>
            </a:r>
            <a:endParaRPr lang="en-US" sz="2800" dirty="0"/>
          </a:p>
        </p:txBody>
      </p:sp>
      <p:pic>
        <p:nvPicPr>
          <p:cNvPr id="4" name="Picture 3" descr="JAVA SCRIPT.jf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114800" y="3581400"/>
            <a:ext cx="30175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r>
              <a:rPr lang="en-US" cap="all" dirty="0" smtClean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Future Enhancements</a:t>
            </a:r>
            <a:endParaRPr lang="en-US" cap="all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990600" y="1524000"/>
            <a:ext cx="876300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AI-powered resume and project recommendations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Dark mode and customizable themes for better user experience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Adding blogging or article-writing feature inside the portfolio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Support for multimedia elements (videos, animations, 3D models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Integration of backend for storing user data and portfolio analytics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0"/>
            <a:ext cx="1447800" cy="15240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28600" y="381000"/>
            <a:ext cx="8480425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250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RESULTS AND SCREENSHOTS</a:t>
            </a:r>
            <a:endParaRPr sz="4250" cap="all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pPr marL="38100">
                <a:lnSpc>
                  <a:spcPct val="100000"/>
                </a:lnSpc>
                <a:spcBef>
                  <a:spcPts val="55"/>
                </a:spcBef>
              </a:pPr>
              <a:t>18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FAD9CEB2-36E1-0550-426B-2FAF97882044}"/>
              </a:ext>
            </a:extLst>
          </p:cNvPr>
          <p:cNvSpPr txBox="1"/>
          <p:nvPr/>
        </p:nvSpPr>
        <p:spPr>
          <a:xfrm>
            <a:off x="2743200" y="2354703"/>
            <a:ext cx="85340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2133600"/>
            <a:ext cx="472440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✅ Portfolio website successfully developed and deployed</a:t>
            </a:r>
            <a:br>
              <a:rPr lang="en-US" sz="2400" dirty="0" smtClean="0"/>
            </a:br>
            <a:r>
              <a:rPr lang="en-US" sz="2400" dirty="0" smtClean="0"/>
              <a:t>✅ Showcases </a:t>
            </a:r>
            <a:r>
              <a:rPr lang="en-US" sz="2400" b="1" dirty="0" smtClean="0"/>
              <a:t>Home, About, Projects, and Contact</a:t>
            </a:r>
            <a:r>
              <a:rPr lang="en-US" sz="2400" dirty="0" smtClean="0"/>
              <a:t> sections</a:t>
            </a:r>
            <a:br>
              <a:rPr lang="en-US" sz="2400" dirty="0" smtClean="0"/>
            </a:br>
            <a:r>
              <a:rPr lang="en-US" sz="2400" dirty="0" smtClean="0"/>
              <a:t>✅ Fully </a:t>
            </a:r>
            <a:r>
              <a:rPr lang="en-US" sz="2400" b="1" dirty="0" smtClean="0"/>
              <a:t>responsive design</a:t>
            </a:r>
            <a:r>
              <a:rPr lang="en-US" sz="2400" dirty="0" smtClean="0"/>
              <a:t> (works on mobile, tablet, desktop)</a:t>
            </a:r>
            <a:br>
              <a:rPr lang="en-US" sz="2400" dirty="0" smtClean="0"/>
            </a:br>
            <a:r>
              <a:rPr lang="en-US" sz="2400" dirty="0" smtClean="0"/>
              <a:t>✅ Enhances </a:t>
            </a:r>
            <a:r>
              <a:rPr lang="en-US" sz="2400" b="1" dirty="0" smtClean="0"/>
              <a:t>professional visibility</a:t>
            </a:r>
            <a:r>
              <a:rPr lang="en-US" sz="2400" dirty="0" smtClean="0"/>
              <a:t> for job and internship opportunities</a:t>
            </a:r>
          </a:p>
          <a:p>
            <a:endParaRPr lang="en-US" dirty="0"/>
          </a:p>
        </p:txBody>
      </p:sp>
      <p:pic>
        <p:nvPicPr>
          <p:cNvPr id="14" name="Picture 13" descr="WhatsApp Image 2025-08-31 at 2.00.41 P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66800"/>
            <a:ext cx="5943600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55332" y="385444"/>
            <a:ext cx="4578668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CONCLUSION</a:t>
            </a:r>
            <a:endParaRPr cap="all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pPr marL="38100">
                <a:lnSpc>
                  <a:spcPct val="100000"/>
                </a:lnSpc>
                <a:spcBef>
                  <a:spcPts val="55"/>
                </a:spcBef>
              </a:pPr>
              <a:t>19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81200" y="1219200"/>
            <a:ext cx="6096000" cy="483209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 smtClean="0"/>
              <a:t>This digital portfolio provides a modern and interactive platform to showcase skills, projects, and achievements.</a:t>
            </a:r>
          </a:p>
          <a:p>
            <a:endParaRPr lang="en-US" sz="2800" dirty="0" smtClean="0"/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It demonstrates practical knowledge of HTML, CSS, and JavaScript, along with responsive web design.</a:t>
            </a:r>
          </a:p>
          <a:p>
            <a:endParaRPr lang="en-US" sz="2800" dirty="0" smtClean="0"/>
          </a:p>
          <a:p>
            <a:pPr>
              <a:buFont typeface="Arial" pitchFamily="34" charset="0"/>
              <a:buChar char="•"/>
            </a:pPr>
            <a:r>
              <a:rPr lang="en-US" sz="2800" dirty="0" smtClean="0"/>
              <a:t>The portfolio improves professional visibility by acting as a living resume, accessible anytime and anywhere.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57600" y="2133600"/>
            <a:ext cx="3630738" cy="280076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reflection blurRad="12700" stA="28000" endPos="45000" dist="1000" dir="5400000" sy="-100000" algn="bl" rotWithShape="0"/>
                </a:effectLst>
              </a:rPr>
              <a:t>THANK YOU</a:t>
            </a:r>
            <a:endParaRPr lang="en-US" sz="88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reflection blurRad="12700" stA="28000" endPos="45000" dist="1000" dir="5400000" sy="-100000" algn="bl" rotWithShape="0"/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546</TotalTime>
  <Words>682</Words>
  <Application>Microsoft Office PowerPoint</Application>
  <PresentationFormat>Custom</PresentationFormat>
  <Paragraphs>132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Digital Portfolio  </vt:lpstr>
      <vt:lpstr>PROJECT TITLE</vt:lpstr>
      <vt:lpstr>AGENDA</vt:lpstr>
      <vt:lpstr>Digital Portfolio</vt:lpstr>
      <vt:lpstr>PROBLEM STATEMENT</vt:lpstr>
      <vt:lpstr>PROJECT OVERVIEW</vt:lpstr>
      <vt:lpstr>WHO ARE THE END USERS?</vt:lpstr>
      <vt:lpstr>TOOLS AND TECHNIQUES</vt:lpstr>
      <vt:lpstr>Slide 9</vt:lpstr>
      <vt:lpstr>FEATURES AND FUNCTIONALITY</vt:lpstr>
      <vt:lpstr>Objectives of the Project </vt:lpstr>
      <vt:lpstr>Career Impact </vt:lpstr>
      <vt:lpstr>Development Methodology</vt:lpstr>
      <vt:lpstr>Scope of the Project</vt:lpstr>
      <vt:lpstr>Innovative Features</vt:lpstr>
      <vt:lpstr>Software Architecture</vt:lpstr>
      <vt:lpstr>Future Enhancements</vt:lpstr>
      <vt:lpstr>RESULTS AND SCREENSHOTS</vt:lpstr>
      <vt:lpstr>CONCLUSION</vt:lpstr>
      <vt:lpstr>Slide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Mask Detection using Convolutional Neural Network (CNN)</dc:title>
  <dc:creator>Konduru Narasimha</dc:creator>
  <cp:lastModifiedBy>siva</cp:lastModifiedBy>
  <cp:revision>42</cp:revision>
  <dcterms:created xsi:type="dcterms:W3CDTF">2024-03-29T15:07:22Z</dcterms:created>
  <dcterms:modified xsi:type="dcterms:W3CDTF">2025-08-25T23:16:38Z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</Properties>
</file>