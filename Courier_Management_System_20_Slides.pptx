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7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COURIER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rPr>
                <a:solidFill>
                  <a:srgbClr val="FFFFFF"/>
                </a:solidFill>
              </a:rPr>
              <a:t>Project Presentation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rPr>
                <a:solidFill>
                  <a:srgbClr val="FFFFFF"/>
                </a:solidFill>
              </a:rPr>
              <a:t>A computerized system for booking, tracking and managing courier deliveries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rPr>
                <a:solidFill>
                  <a:srgbClr val="FFFFFF"/>
                </a:solidFill>
              </a:rPr>
              <a:t>Courier Management System  |  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Courier Management System automates courier booking and delivery operations.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Maintains customer, parcel, payment and delivery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Provides real-time status updates and efficient record management.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Reduces paperwork, errors and processing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Manual courier records are time-consuming.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Difficult to track parcels and delivery status.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Duplicate or incorrect data may occur.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Customers have limited visibility of shipments.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Preparing reports manually increases workload.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Automate courier booking and management.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Track parcels using a unique tracking ID.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Maintain sender and receiver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Manage delivery staff and shipment status.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Generate useful operational reports.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Improve customer service and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SCOPE OF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Customer registration and login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Courier booking and parcel entry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Tracking and status updates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Delivery-agent management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Payment and invoice records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Admin dashboard and reports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Search and notification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Secure user authentication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Unique courier/tracking number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Pickup and delivery management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Shipment status history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Delivery-agent assignment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Payment management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Search, filter and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SYSTEM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ADMIN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Manage users, couriers, agents and reports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CUSTOMER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Book courier, view payment and track parcel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DELIVERY AGENT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View assigned shipments and update delivery status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STAFF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Handle bookings, pickup and dispatch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Customer → Courier Booking → Parcel Details → Payment → Pickup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→ Sorting/Dispatch → Delivery Agent → Out for Delivery → Delivered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Tracking ID is generated at booking and used throughout the shipment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1. User Management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2. Courier Booking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3. Parcel Management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4. Tracking &amp; Status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5. Delivery Management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6. Payment Management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7. Notification Management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8. Reports &amp;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Register/login users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Create and update courier bookings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Generate tracking ID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Calculate delivery charges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Assign delivery agents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Update shipment status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Search and track parcels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Record payments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Generate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Security – authenticated access and protected data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Performance – quick search and status updates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Reliability – consistent database records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Usability – simple and responsive interface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Scalability – supports increasing users and shipments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Maintainability – modular application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PRESENTATION LAYER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Web / Mobile User Interface</a:t>
            </a: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APPLICATION LAYER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Authentication • Booking • Tracking • Payments</a:t>
            </a: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DATABASE LAYER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Users • Couriers • Agents • Payments • Status History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Architecture separates interface, business logic and data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Main entities: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User(User_ID, Name, Phone, Email, Password)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Courier(Courier_ID, Tracking_No, Sender_ID, Receiver_ID, Weight, Status)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Agent(Agent_ID, Name, Phone, Area)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Payment(Payment_ID, Courier_ID, Amount, Method, Status)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Tracking(Tracking_ID, Courier_ID, Status, Date_Time, Location)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Relationships connect customers, couriers, agents, payments and tracking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FRONT END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HTML5, CSS3, JavaScript / Bootstrap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BACK END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PHP / Python / Java (depending on implementation)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DATABASE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MySQL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TOOLS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VS Code / IDE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Web browser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XAMPP or equivalent local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Typical screens: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Login / Registration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Customer Dashboard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Courier Booking Form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Tracking Page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Agent Dashboard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Admin Dashboard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Payment / Invoice Page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Reports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Password authentication and role-based access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Input validation and server-side validation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Secure database queries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Session management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Access control for admin and staff functions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Regular database backup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Protect customer and shipment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UNIT TESTING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Tests individual functions such as booking and charge calculation.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INTEGRATION TESTING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Checks interaction between booking, payment, tracking and database modules.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SYSTEM TESTING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Validates complete courier workflow.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USER ACCEPTANCE TESTING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Confirms the system meets user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ADVANTAGES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ADVANTAGES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Faster courier processing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Better parcel visibility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Reduced manual errors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Centralized records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Easy report generation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1700" b="1">
                <a:solidFill>
                  <a:srgbClr val="145582"/>
                </a:solidFill>
              </a:defRPr>
            </a:pPr>
            <a:r>
              <a:t>FUTURE ENHANCEMENTS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GPS-based live tracking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SMS/WhatsApp notifications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Mobile application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Online payment gateway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• Route optimization using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356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Courier Management System provides an organized way to manage courier operations.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It improves booking, tracking, delivery and reporting efficiency.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Centralized data helps staff and customers access accurate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• The system can be extended with GPS, mobile apps, notifications and AI-based optimization.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</a:p>
          <a:p>
            <a:pPr>
              <a:spcAft>
                <a:spcPts val="1000"/>
              </a:spcAft>
              <a:defRPr sz="2000" b="1">
                <a:solidFill>
                  <a:srgbClr val="145582"/>
                </a:solidFill>
              </a:defRPr>
            </a:pPr>
            <a:r>
              <a:t>THANK YOU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Courier Management System  |  19/20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